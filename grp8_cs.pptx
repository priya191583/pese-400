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40412-4C46-4148-B926-D5D18DF4C67E}" v="3" dt="2026-02-09T06:18:23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5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7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5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8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4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4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8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5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3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9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36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0240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12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57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54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31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2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63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Cybersecurity Trends and Threats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What is Cybersecurity</a:t>
            </a:r>
            <a:r>
              <a:rPr lang="en-US" dirty="0"/>
              <a:t>?</a:t>
            </a:r>
            <a:endParaRPr dirty="0"/>
          </a:p>
          <a:p>
            <a:pPr marL="0" indent="0">
              <a:buNone/>
            </a:pPr>
            <a:r>
              <a:rPr dirty="0"/>
              <a:t>• Why it matters today</a:t>
            </a:r>
            <a:r>
              <a:rPr lang="en-US" dirty="0"/>
              <a:t>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Cybersecurity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Rise in cyber attacks</a:t>
            </a:r>
          </a:p>
          <a:p>
            <a:pPr marL="0" indent="0">
              <a:buNone/>
            </a:pPr>
            <a:r>
              <a:rPr dirty="0"/>
              <a:t>• Digital dependency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Cybersecurity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 in security</a:t>
            </a:r>
          </a:p>
          <a:p>
            <a:pPr marL="0" indent="0">
              <a:buNone/>
            </a:pPr>
            <a:r>
              <a:rPr dirty="0"/>
              <a:t>• Zero Trust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AI-based threat detection</a:t>
            </a:r>
          </a:p>
          <a:p>
            <a:pPr marL="0" indent="0">
              <a:buNone/>
            </a:pPr>
            <a:r>
              <a:rPr dirty="0"/>
              <a:t>• Automated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Security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Cloud adoption</a:t>
            </a:r>
          </a:p>
          <a:p>
            <a:pPr marL="0" indent="0">
              <a:buNone/>
            </a:pPr>
            <a:r>
              <a:rPr dirty="0"/>
              <a:t>• Shared responsibility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Cyber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Malware</a:t>
            </a:r>
          </a:p>
          <a:p>
            <a:pPr marL="0" indent="0">
              <a:buNone/>
            </a:pPr>
            <a:r>
              <a:rPr dirty="0"/>
              <a:t>• Phishing</a:t>
            </a:r>
          </a:p>
          <a:p>
            <a:pPr marL="0" indent="0">
              <a:buNone/>
            </a:pPr>
            <a:r>
              <a:rPr dirty="0"/>
              <a:t>• Ransomware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Ransomware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How ransomware works</a:t>
            </a:r>
          </a:p>
          <a:p>
            <a:pPr marL="0" indent="0">
              <a:buNone/>
            </a:pPr>
            <a:r>
              <a:rPr dirty="0"/>
              <a:t>• Recent impacts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&amp; 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Types of phishing</a:t>
            </a:r>
          </a:p>
          <a:p>
            <a:pPr marL="0" indent="0">
              <a:buNone/>
            </a:pPr>
            <a:r>
              <a:rPr dirty="0"/>
              <a:t>• Prevention techniques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Challenges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Skill gaps</a:t>
            </a:r>
          </a:p>
          <a:p>
            <a:pPr marL="0" indent="0">
              <a:buNone/>
            </a:pPr>
            <a:r>
              <a:rPr dirty="0"/>
              <a:t>• Advanced persistent threats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Safety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Best practices</a:t>
            </a:r>
          </a:p>
          <a:p>
            <a:pPr marL="0" indent="0">
              <a:buNone/>
            </a:pPr>
            <a:r>
              <a:rPr dirty="0"/>
              <a:t>• Awareness &amp;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819C2A-4133-D2AC-A01D-223989BC338E}"/>
              </a:ext>
            </a:extLst>
          </p:cNvPr>
          <p:cNvSpPr txBox="1"/>
          <p:nvPr/>
        </p:nvSpPr>
        <p:spPr>
          <a:xfrm>
            <a:off x="3168941" y="3075057"/>
            <a:ext cx="2806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THANK YOU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8388636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860</TotalTime>
  <Words>116</Words>
  <Application>Microsoft Office PowerPoint</Application>
  <PresentationFormat>On-screen Show (4:3)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Tw Cen MT</vt:lpstr>
      <vt:lpstr>Circuit</vt:lpstr>
      <vt:lpstr>Cybersecurity Trends and Threats</vt:lpstr>
      <vt:lpstr>Introduction to Cybersecurity</vt:lpstr>
      <vt:lpstr>Current Cybersecurity Landscape</vt:lpstr>
      <vt:lpstr>Top Cybersecurity Trends</vt:lpstr>
      <vt:lpstr>Artificial Intelligence in Cybersecurity</vt:lpstr>
      <vt:lpstr>Cloud Security Trends</vt:lpstr>
      <vt:lpstr>Major Cyber Threats</vt:lpstr>
      <vt:lpstr>Ransomware Attacks</vt:lpstr>
      <vt:lpstr>Phishing &amp; Social Engineering</vt:lpstr>
      <vt:lpstr>Future Challenges in Cybersecurity</vt:lpstr>
      <vt:lpstr>Conclusion &amp; Safety Tips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Trends and Threats</dc:title>
  <dc:subject/>
  <dc:creator>Dell</dc:creator>
  <cp:keywords/>
  <dc:description>generated using python-pptx</dc:description>
  <cp:lastModifiedBy>Dell</cp:lastModifiedBy>
  <cp:revision>5</cp:revision>
  <dcterms:created xsi:type="dcterms:W3CDTF">2013-01-27T09:14:16Z</dcterms:created>
  <dcterms:modified xsi:type="dcterms:W3CDTF">2026-02-09T07:39:52Z</dcterms:modified>
  <cp:category/>
</cp:coreProperties>
</file>